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EB3C0B-295F-4DFB-AAFB-60AD32A1B5B1}" v="8" dt="2026-09-08T17:50:00.16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ay Kukreti" userId="b3869063cd85916c" providerId="LiveId" clId="{443BC57E-0D84-457C-B8DB-1DC6722BEBC0}"/>
    <pc:docChg chg="undo custSel modSld sldOrd">
      <pc:chgData name="Abhay Kukreti" userId="b3869063cd85916c" providerId="LiveId" clId="{443BC57E-0D84-457C-B8DB-1DC6722BEBC0}" dt="2026-09-08T17:50:51.953" v="612" actId="20577"/>
      <pc:docMkLst>
        <pc:docMk/>
      </pc:docMkLst>
      <pc:sldChg chg="addSp delSp modSp mod">
        <pc:chgData name="Abhay Kukreti" userId="b3869063cd85916c" providerId="LiveId" clId="{443BC57E-0D84-457C-B8DB-1DC6722BEBC0}" dt="2026-09-08T17:50:51.953" v="612" actId="20577"/>
        <pc:sldMkLst>
          <pc:docMk/>
          <pc:sldMk cId="952317876" sldId="291"/>
        </pc:sldMkLst>
        <pc:spChg chg="mod">
          <ac:chgData name="Abhay Kukreti" userId="b3869063cd85916c" providerId="LiveId" clId="{443BC57E-0D84-457C-B8DB-1DC6722BEBC0}" dt="2026-09-08T17:48:29.878" v="546" actId="20577"/>
          <ac:spMkLst>
            <pc:docMk/>
            <pc:sldMk cId="952317876" sldId="291"/>
            <ac:spMk id="4" creationId="{A828B9EF-C084-F5D4-CA27-75AF7D995640}"/>
          </ac:spMkLst>
        </pc:spChg>
        <pc:spChg chg="mod">
          <ac:chgData name="Abhay Kukreti" userId="b3869063cd85916c" providerId="LiveId" clId="{443BC57E-0D84-457C-B8DB-1DC6722BEBC0}" dt="2026-09-08T17:50:51.953" v="612" actId="20577"/>
          <ac:spMkLst>
            <pc:docMk/>
            <pc:sldMk cId="952317876" sldId="291"/>
            <ac:spMk id="7" creationId="{3D723CA3-EC2D-165A-F109-3759C4E9C8A4}"/>
          </ac:spMkLst>
        </pc:spChg>
        <pc:spChg chg="mod">
          <ac:chgData name="Abhay Kukreti" userId="b3869063cd85916c" providerId="LiveId" clId="{443BC57E-0D84-457C-B8DB-1DC6722BEBC0}" dt="2026-09-07T20:09:01.872" v="0" actId="1076"/>
          <ac:spMkLst>
            <pc:docMk/>
            <pc:sldMk cId="952317876" sldId="291"/>
            <ac:spMk id="95" creationId="{00000000-0000-0000-0000-000000000000}"/>
          </ac:spMkLst>
        </pc:spChg>
        <pc:graphicFrameChg chg="modGraphic">
          <ac:chgData name="Abhay Kukreti" userId="b3869063cd85916c" providerId="LiveId" clId="{443BC57E-0D84-457C-B8DB-1DC6722BEBC0}" dt="2026-09-08T07:45:02.994" v="103" actId="255"/>
          <ac:graphicFrameMkLst>
            <pc:docMk/>
            <pc:sldMk cId="952317876" sldId="291"/>
            <ac:graphicFrameMk id="96" creationId="{00000000-0000-0000-0000-000000000000}"/>
          </ac:graphicFrameMkLst>
        </pc:graphicFrameChg>
        <pc:picChg chg="add del mod modCrop">
          <ac:chgData name="Abhay Kukreti" userId="b3869063cd85916c" providerId="LiveId" clId="{443BC57E-0D84-457C-B8DB-1DC6722BEBC0}" dt="2026-09-07T20:12:36.974" v="47" actId="478"/>
          <ac:picMkLst>
            <pc:docMk/>
            <pc:sldMk cId="952317876" sldId="291"/>
            <ac:picMk id="5" creationId="{1FA6E33D-232B-6FFF-1CF4-AEC6E2EB2C86}"/>
          </ac:picMkLst>
        </pc:picChg>
        <pc:picChg chg="add mod">
          <ac:chgData name="Abhay Kukreti" userId="b3869063cd85916c" providerId="LiveId" clId="{443BC57E-0D84-457C-B8DB-1DC6722BEBC0}" dt="2026-09-07T20:16:53.222" v="66" actId="1076"/>
          <ac:picMkLst>
            <pc:docMk/>
            <pc:sldMk cId="952317876" sldId="291"/>
            <ac:picMk id="8" creationId="{3A29D532-8987-F261-866D-F6C912C405F5}"/>
          </ac:picMkLst>
        </pc:picChg>
        <pc:picChg chg="del mod">
          <ac:chgData name="Abhay Kukreti" userId="b3869063cd85916c" providerId="LiveId" clId="{443BC57E-0D84-457C-B8DB-1DC6722BEBC0}" dt="2026-09-07T20:10:44.882" v="25" actId="478"/>
          <ac:picMkLst>
            <pc:docMk/>
            <pc:sldMk cId="952317876" sldId="291"/>
            <ac:picMk id="98" creationId="{00000000-0000-0000-0000-000000000000}"/>
          </ac:picMkLst>
        </pc:picChg>
      </pc:sldChg>
      <pc:sldChg chg="modSp mod">
        <pc:chgData name="Abhay Kukreti" userId="b3869063cd85916c" providerId="LiveId" clId="{443BC57E-0D84-457C-B8DB-1DC6722BEBC0}" dt="2026-09-08T17:13:50.115" v="220" actId="1076"/>
        <pc:sldMkLst>
          <pc:docMk/>
          <pc:sldMk cId="261653373" sldId="292"/>
        </pc:sldMkLst>
        <pc:spChg chg="mod">
          <ac:chgData name="Abhay Kukreti" userId="b3869063cd85916c" providerId="LiveId" clId="{443BC57E-0D84-457C-B8DB-1DC6722BEBC0}" dt="2026-09-08T17:13:50.115" v="220" actId="1076"/>
          <ac:spMkLst>
            <pc:docMk/>
            <pc:sldMk cId="261653373" sldId="292"/>
            <ac:spMk id="2" creationId="{C6F6745E-14BA-0766-CE1E-32E29663832D}"/>
          </ac:spMkLst>
        </pc:spChg>
        <pc:spChg chg="mod">
          <ac:chgData name="Abhay Kukreti" userId="b3869063cd85916c" providerId="LiveId" clId="{443BC57E-0D84-457C-B8DB-1DC6722BEBC0}" dt="2026-09-08T07:45:37.838" v="106" actId="255"/>
          <ac:spMkLst>
            <pc:docMk/>
            <pc:sldMk cId="261653373" sldId="292"/>
            <ac:spMk id="3" creationId="{3847FA31-EA47-D27A-9D69-AF50A3080AEC}"/>
          </ac:spMkLst>
        </pc:spChg>
      </pc:sldChg>
      <pc:sldChg chg="modSp mod">
        <pc:chgData name="Abhay Kukreti" userId="b3869063cd85916c" providerId="LiveId" clId="{443BC57E-0D84-457C-B8DB-1DC6722BEBC0}" dt="2026-09-08T17:46:03.902" v="481" actId="255"/>
        <pc:sldMkLst>
          <pc:docMk/>
          <pc:sldMk cId="619459906" sldId="293"/>
        </pc:sldMkLst>
        <pc:spChg chg="mod">
          <ac:chgData name="Abhay Kukreti" userId="b3869063cd85916c" providerId="LiveId" clId="{443BC57E-0D84-457C-B8DB-1DC6722BEBC0}" dt="2026-09-08T17:46:03.902" v="481" actId="255"/>
          <ac:spMkLst>
            <pc:docMk/>
            <pc:sldMk cId="619459906" sldId="293"/>
            <ac:spMk id="2" creationId="{4A1BF701-ABCA-4DF0-8330-B6AF71EF8E39}"/>
          </ac:spMkLst>
        </pc:spChg>
        <pc:spChg chg="mod">
          <ac:chgData name="Abhay Kukreti" userId="b3869063cd85916c" providerId="LiveId" clId="{443BC57E-0D84-457C-B8DB-1DC6722BEBC0}" dt="2026-09-08T17:17:30.296" v="221" actId="1076"/>
          <ac:spMkLst>
            <pc:docMk/>
            <pc:sldMk cId="619459906" sldId="293"/>
            <ac:spMk id="3" creationId="{527F30CC-07EF-8FCC-DA00-C9212F5DAECE}"/>
          </ac:spMkLst>
        </pc:spChg>
      </pc:sldChg>
      <pc:sldChg chg="modSp mod">
        <pc:chgData name="Abhay Kukreti" userId="b3869063cd85916c" providerId="LiveId" clId="{443BC57E-0D84-457C-B8DB-1DC6722BEBC0}" dt="2026-09-08T17:46:12.150" v="482" actId="255"/>
        <pc:sldMkLst>
          <pc:docMk/>
          <pc:sldMk cId="443603904" sldId="294"/>
        </pc:sldMkLst>
        <pc:spChg chg="mod">
          <ac:chgData name="Abhay Kukreti" userId="b3869063cd85916c" providerId="LiveId" clId="{443BC57E-0D84-457C-B8DB-1DC6722BEBC0}" dt="2026-09-08T17:46:12.150" v="482" actId="255"/>
          <ac:spMkLst>
            <pc:docMk/>
            <pc:sldMk cId="443603904" sldId="294"/>
            <ac:spMk id="3" creationId="{4A7608B5-9906-EFCF-959A-E89FC2E3EE19}"/>
          </ac:spMkLst>
        </pc:spChg>
      </pc:sldChg>
      <pc:sldChg chg="addSp delSp modSp mod">
        <pc:chgData name="Abhay Kukreti" userId="b3869063cd85916c" providerId="LiveId" clId="{443BC57E-0D84-457C-B8DB-1DC6722BEBC0}" dt="2026-09-08T16:55:25.245" v="207" actId="1076"/>
        <pc:sldMkLst>
          <pc:docMk/>
          <pc:sldMk cId="3114963633" sldId="295"/>
        </pc:sldMkLst>
        <pc:spChg chg="del mod">
          <ac:chgData name="Abhay Kukreti" userId="b3869063cd85916c" providerId="LiveId" clId="{443BC57E-0D84-457C-B8DB-1DC6722BEBC0}" dt="2026-09-08T16:52:38.421" v="185" actId="478"/>
          <ac:spMkLst>
            <pc:docMk/>
            <pc:sldMk cId="3114963633" sldId="295"/>
            <ac:spMk id="2" creationId="{9BB86949-7ED1-C43B-B1E3-5122BB67A596}"/>
          </ac:spMkLst>
        </pc:spChg>
        <pc:spChg chg="del">
          <ac:chgData name="Abhay Kukreti" userId="b3869063cd85916c" providerId="LiveId" clId="{443BC57E-0D84-457C-B8DB-1DC6722BEBC0}" dt="2026-09-08T16:52:44.379" v="187" actId="478"/>
          <ac:spMkLst>
            <pc:docMk/>
            <pc:sldMk cId="3114963633" sldId="295"/>
            <ac:spMk id="9" creationId="{6FFF7BC6-93D0-8D42-34B7-C226B1B96C2D}"/>
          </ac:spMkLst>
        </pc:spChg>
        <pc:picChg chg="add del mod">
          <ac:chgData name="Abhay Kukreti" userId="b3869063cd85916c" providerId="LiveId" clId="{443BC57E-0D84-457C-B8DB-1DC6722BEBC0}" dt="2026-09-08T16:55:04.315" v="203" actId="478"/>
          <ac:picMkLst>
            <pc:docMk/>
            <pc:sldMk cId="3114963633" sldId="295"/>
            <ac:picMk id="4" creationId="{35120543-EE00-709B-4393-D6C5C3E6890E}"/>
          </ac:picMkLst>
        </pc:picChg>
        <pc:picChg chg="del">
          <ac:chgData name="Abhay Kukreti" userId="b3869063cd85916c" providerId="LiveId" clId="{443BC57E-0D84-457C-B8DB-1DC6722BEBC0}" dt="2026-09-08T16:52:02.636" v="121" actId="478"/>
          <ac:picMkLst>
            <pc:docMk/>
            <pc:sldMk cId="3114963633" sldId="295"/>
            <ac:picMk id="5" creationId="{61F38907-89DE-28F7-316F-44E7DAB9309E}"/>
          </ac:picMkLst>
        </pc:picChg>
        <pc:picChg chg="add mod">
          <ac:chgData name="Abhay Kukreti" userId="b3869063cd85916c" providerId="LiveId" clId="{443BC57E-0D84-457C-B8DB-1DC6722BEBC0}" dt="2026-09-08T16:55:25.245" v="207" actId="1076"/>
          <ac:picMkLst>
            <pc:docMk/>
            <pc:sldMk cId="3114963633" sldId="295"/>
            <ac:picMk id="7" creationId="{BB465C90-CFE7-F5BF-43BB-51A76AF2832C}"/>
          </ac:picMkLst>
        </pc:picChg>
      </pc:sldChg>
      <pc:sldChg chg="addSp delSp modSp mod">
        <pc:chgData name="Abhay Kukreti" userId="b3869063cd85916c" providerId="LiveId" clId="{443BC57E-0D84-457C-B8DB-1DC6722BEBC0}" dt="2026-09-08T16:53:50.837" v="197" actId="1076"/>
        <pc:sldMkLst>
          <pc:docMk/>
          <pc:sldMk cId="1316545553" sldId="296"/>
        </pc:sldMkLst>
        <pc:picChg chg="add mod">
          <ac:chgData name="Abhay Kukreti" userId="b3869063cd85916c" providerId="LiveId" clId="{443BC57E-0D84-457C-B8DB-1DC6722BEBC0}" dt="2026-09-08T16:53:50.837" v="197" actId="1076"/>
          <ac:picMkLst>
            <pc:docMk/>
            <pc:sldMk cId="1316545553" sldId="296"/>
            <ac:picMk id="4" creationId="{42BFCBE8-47EF-2D9C-8A0E-5E7AB3D0E7B3}"/>
          </ac:picMkLst>
        </pc:picChg>
        <pc:picChg chg="del">
          <ac:chgData name="Abhay Kukreti" userId="b3869063cd85916c" providerId="LiveId" clId="{443BC57E-0D84-457C-B8DB-1DC6722BEBC0}" dt="2026-09-08T16:53:09.211" v="191" actId="478"/>
          <ac:picMkLst>
            <pc:docMk/>
            <pc:sldMk cId="1316545553" sldId="296"/>
            <ac:picMk id="5" creationId="{5DC7512A-0AA7-CC22-D1D2-C738BF12660E}"/>
          </ac:picMkLst>
        </pc:picChg>
      </pc:sldChg>
      <pc:sldChg chg="addSp delSp modSp mod">
        <pc:chgData name="Abhay Kukreti" userId="b3869063cd85916c" providerId="LiveId" clId="{443BC57E-0D84-457C-B8DB-1DC6722BEBC0}" dt="2026-09-08T16:55:53.425" v="212" actId="1076"/>
        <pc:sldMkLst>
          <pc:docMk/>
          <pc:sldMk cId="232371894" sldId="297"/>
        </pc:sldMkLst>
        <pc:picChg chg="add del mod">
          <ac:chgData name="Abhay Kukreti" userId="b3869063cd85916c" providerId="LiveId" clId="{443BC57E-0D84-457C-B8DB-1DC6722BEBC0}" dt="2026-09-08T16:54:34.830" v="200" actId="478"/>
          <ac:picMkLst>
            <pc:docMk/>
            <pc:sldMk cId="232371894" sldId="297"/>
            <ac:picMk id="3" creationId="{C5743827-2528-5F5F-96B2-24C9AB91ACEF}"/>
          </ac:picMkLst>
        </pc:picChg>
        <pc:picChg chg="del">
          <ac:chgData name="Abhay Kukreti" userId="b3869063cd85916c" providerId="LiveId" clId="{443BC57E-0D84-457C-B8DB-1DC6722BEBC0}" dt="2026-09-08T16:54:15.741" v="198" actId="478"/>
          <ac:picMkLst>
            <pc:docMk/>
            <pc:sldMk cId="232371894" sldId="297"/>
            <ac:picMk id="5" creationId="{433A290A-6680-D490-E6D4-9336496B1C34}"/>
          </ac:picMkLst>
        </pc:picChg>
        <pc:picChg chg="add del mod">
          <ac:chgData name="Abhay Kukreti" userId="b3869063cd85916c" providerId="LiveId" clId="{443BC57E-0D84-457C-B8DB-1DC6722BEBC0}" dt="2026-09-08T16:55:01.279" v="202" actId="478"/>
          <ac:picMkLst>
            <pc:docMk/>
            <pc:sldMk cId="232371894" sldId="297"/>
            <ac:picMk id="6" creationId="{A1C41C78-B936-4EFF-CCF9-581FBE9BF977}"/>
          </ac:picMkLst>
        </pc:picChg>
        <pc:picChg chg="add mod">
          <ac:chgData name="Abhay Kukreti" userId="b3869063cd85916c" providerId="LiveId" clId="{443BC57E-0D84-457C-B8DB-1DC6722BEBC0}" dt="2026-09-08T16:55:53.425" v="212" actId="1076"/>
          <ac:picMkLst>
            <pc:docMk/>
            <pc:sldMk cId="232371894" sldId="297"/>
            <ac:picMk id="8" creationId="{7B5ADEE5-C32C-ED3D-6787-D5FB9540FEFA}"/>
          </ac:picMkLst>
        </pc:picChg>
      </pc:sldChg>
      <pc:sldChg chg="addSp delSp modSp mod">
        <pc:chgData name="Abhay Kukreti" userId="b3869063cd85916c" providerId="LiveId" clId="{443BC57E-0D84-457C-B8DB-1DC6722BEBC0}" dt="2026-09-08T17:12:39.031" v="219" actId="14100"/>
        <pc:sldMkLst>
          <pc:docMk/>
          <pc:sldMk cId="445195169" sldId="298"/>
        </pc:sldMkLst>
        <pc:picChg chg="add del">
          <ac:chgData name="Abhay Kukreti" userId="b3869063cd85916c" providerId="LiveId" clId="{443BC57E-0D84-457C-B8DB-1DC6722BEBC0}" dt="2026-09-08T16:59:51.749" v="215" actId="478"/>
          <ac:picMkLst>
            <pc:docMk/>
            <pc:sldMk cId="445195169" sldId="298"/>
            <ac:picMk id="3" creationId="{81932CE2-F219-0CA8-0102-55B8C682B8A2}"/>
          </ac:picMkLst>
        </pc:picChg>
        <pc:picChg chg="add mod">
          <ac:chgData name="Abhay Kukreti" userId="b3869063cd85916c" providerId="LiveId" clId="{443BC57E-0D84-457C-B8DB-1DC6722BEBC0}" dt="2026-09-08T17:12:39.031" v="219" actId="14100"/>
          <ac:picMkLst>
            <pc:docMk/>
            <pc:sldMk cId="445195169" sldId="298"/>
            <ac:picMk id="5" creationId="{19C5C590-54B2-89B3-F480-F8810AE2351D}"/>
          </ac:picMkLst>
        </pc:picChg>
      </pc:sldChg>
      <pc:sldChg chg="modSp mod">
        <pc:chgData name="Abhay Kukreti" userId="b3869063cd85916c" providerId="LiveId" clId="{443BC57E-0D84-457C-B8DB-1DC6722BEBC0}" dt="2026-09-08T17:46:25.115" v="483" actId="255"/>
        <pc:sldMkLst>
          <pc:docMk/>
          <pc:sldMk cId="4000696967" sldId="299"/>
        </pc:sldMkLst>
        <pc:spChg chg="mod">
          <ac:chgData name="Abhay Kukreti" userId="b3869063cd85916c" providerId="LiveId" clId="{443BC57E-0D84-457C-B8DB-1DC6722BEBC0}" dt="2026-09-08T17:18:45.599" v="252" actId="1076"/>
          <ac:spMkLst>
            <pc:docMk/>
            <pc:sldMk cId="4000696967" sldId="299"/>
            <ac:spMk id="2" creationId="{B84A7B44-8B20-5A39-ED43-DA98D0FC7976}"/>
          </ac:spMkLst>
        </pc:spChg>
        <pc:spChg chg="mod">
          <ac:chgData name="Abhay Kukreti" userId="b3869063cd85916c" providerId="LiveId" clId="{443BC57E-0D84-457C-B8DB-1DC6722BEBC0}" dt="2026-09-08T17:46:25.115" v="483" actId="255"/>
          <ac:spMkLst>
            <pc:docMk/>
            <pc:sldMk cId="4000696967" sldId="299"/>
            <ac:spMk id="3" creationId="{322462E8-EB3A-DA7D-44CB-4E757803A755}"/>
          </ac:spMkLst>
        </pc:spChg>
      </pc:sldChg>
      <pc:sldChg chg="addSp delSp modSp mod">
        <pc:chgData name="Abhay Kukreti" userId="b3869063cd85916c" providerId="LiveId" clId="{443BC57E-0D84-457C-B8DB-1DC6722BEBC0}" dt="2026-09-08T17:29:49.168" v="328" actId="14100"/>
        <pc:sldMkLst>
          <pc:docMk/>
          <pc:sldMk cId="893417001" sldId="300"/>
        </pc:sldMkLst>
        <pc:picChg chg="add mod">
          <ac:chgData name="Abhay Kukreti" userId="b3869063cd85916c" providerId="LiveId" clId="{443BC57E-0D84-457C-B8DB-1DC6722BEBC0}" dt="2026-09-08T17:29:19.679" v="323" actId="14100"/>
          <ac:picMkLst>
            <pc:docMk/>
            <pc:sldMk cId="893417001" sldId="300"/>
            <ac:picMk id="3" creationId="{3FCFCD26-3194-A2F2-4AAF-98F37528DF39}"/>
          </ac:picMkLst>
        </pc:picChg>
        <pc:picChg chg="add mod">
          <ac:chgData name="Abhay Kukreti" userId="b3869063cd85916c" providerId="LiveId" clId="{443BC57E-0D84-457C-B8DB-1DC6722BEBC0}" dt="2026-09-08T17:29:49.168" v="328" actId="14100"/>
          <ac:picMkLst>
            <pc:docMk/>
            <pc:sldMk cId="893417001" sldId="300"/>
            <ac:picMk id="6" creationId="{B67CA971-BDD9-2821-31D5-38AF4AD56D96}"/>
          </ac:picMkLst>
        </pc:picChg>
        <pc:picChg chg="del">
          <ac:chgData name="Abhay Kukreti" userId="b3869063cd85916c" providerId="LiveId" clId="{443BC57E-0D84-457C-B8DB-1DC6722BEBC0}" dt="2026-09-08T17:27:18.026" v="315" actId="478"/>
          <ac:picMkLst>
            <pc:docMk/>
            <pc:sldMk cId="893417001" sldId="300"/>
            <ac:picMk id="12" creationId="{3E29AF1D-88C4-87E5-74DF-4E97121E06CE}"/>
          </ac:picMkLst>
        </pc:picChg>
        <pc:picChg chg="del">
          <ac:chgData name="Abhay Kukreti" userId="b3869063cd85916c" providerId="LiveId" clId="{443BC57E-0D84-457C-B8DB-1DC6722BEBC0}" dt="2026-09-08T17:27:21.521" v="316" actId="478"/>
          <ac:picMkLst>
            <pc:docMk/>
            <pc:sldMk cId="893417001" sldId="300"/>
            <ac:picMk id="13" creationId="{C81444F5-0692-DD67-1759-70821E53B029}"/>
          </ac:picMkLst>
        </pc:picChg>
      </pc:sldChg>
      <pc:sldChg chg="addSp delSp modSp mod">
        <pc:chgData name="Abhay Kukreti" userId="b3869063cd85916c" providerId="LiveId" clId="{443BC57E-0D84-457C-B8DB-1DC6722BEBC0}" dt="2026-09-08T17:31:01.880" v="355" actId="1076"/>
        <pc:sldMkLst>
          <pc:docMk/>
          <pc:sldMk cId="1429961814" sldId="301"/>
        </pc:sldMkLst>
        <pc:spChg chg="del mod">
          <ac:chgData name="Abhay Kukreti" userId="b3869063cd85916c" providerId="LiveId" clId="{443BC57E-0D84-457C-B8DB-1DC6722BEBC0}" dt="2026-09-08T17:30:34.526" v="351" actId="478"/>
          <ac:spMkLst>
            <pc:docMk/>
            <pc:sldMk cId="1429961814" sldId="301"/>
            <ac:spMk id="2" creationId="{CCA977A3-5FA0-8FF5-E1D1-86C9ED676512}"/>
          </ac:spMkLst>
        </pc:spChg>
        <pc:picChg chg="del">
          <ac:chgData name="Abhay Kukreti" userId="b3869063cd85916c" providerId="LiveId" clId="{443BC57E-0D84-457C-B8DB-1DC6722BEBC0}" dt="2026-09-08T17:30:11.752" v="329" actId="478"/>
          <ac:picMkLst>
            <pc:docMk/>
            <pc:sldMk cId="1429961814" sldId="301"/>
            <ac:picMk id="4" creationId="{E430EE8C-8F89-5938-483F-00452050511A}"/>
          </ac:picMkLst>
        </pc:picChg>
        <pc:picChg chg="add mod">
          <ac:chgData name="Abhay Kukreti" userId="b3869063cd85916c" providerId="LiveId" clId="{443BC57E-0D84-457C-B8DB-1DC6722BEBC0}" dt="2026-09-08T17:31:01.880" v="355" actId="1076"/>
          <ac:picMkLst>
            <pc:docMk/>
            <pc:sldMk cId="1429961814" sldId="301"/>
            <ac:picMk id="5" creationId="{4E89E86C-7CA0-F805-8B98-AB8F024D3645}"/>
          </ac:picMkLst>
        </pc:picChg>
      </pc:sldChg>
      <pc:sldChg chg="addSp delSp modSp mod">
        <pc:chgData name="Abhay Kukreti" userId="b3869063cd85916c" providerId="LiveId" clId="{443BC57E-0D84-457C-B8DB-1DC6722BEBC0}" dt="2026-09-08T17:31:54.054" v="361" actId="1076"/>
        <pc:sldMkLst>
          <pc:docMk/>
          <pc:sldMk cId="3585092305" sldId="302"/>
        </pc:sldMkLst>
        <pc:spChg chg="del">
          <ac:chgData name="Abhay Kukreti" userId="b3869063cd85916c" providerId="LiveId" clId="{443BC57E-0D84-457C-B8DB-1DC6722BEBC0}" dt="2026-09-08T17:31:18.261" v="357" actId="478"/>
          <ac:spMkLst>
            <pc:docMk/>
            <pc:sldMk cId="3585092305" sldId="302"/>
            <ac:spMk id="2" creationId="{9692D13D-6B69-03D8-BA22-587B943A2572}"/>
          </ac:spMkLst>
        </pc:spChg>
        <pc:picChg chg="add mod">
          <ac:chgData name="Abhay Kukreti" userId="b3869063cd85916c" providerId="LiveId" clId="{443BC57E-0D84-457C-B8DB-1DC6722BEBC0}" dt="2026-09-08T17:31:54.054" v="361" actId="1076"/>
          <ac:picMkLst>
            <pc:docMk/>
            <pc:sldMk cId="3585092305" sldId="302"/>
            <ac:picMk id="4" creationId="{4AB4E370-7DA4-99C4-A077-CC0E12113759}"/>
          </ac:picMkLst>
        </pc:picChg>
        <pc:picChg chg="del">
          <ac:chgData name="Abhay Kukreti" userId="b3869063cd85916c" providerId="LiveId" clId="{443BC57E-0D84-457C-B8DB-1DC6722BEBC0}" dt="2026-09-08T17:31:14.603" v="356" actId="478"/>
          <ac:picMkLst>
            <pc:docMk/>
            <pc:sldMk cId="3585092305" sldId="302"/>
            <ac:picMk id="5" creationId="{146B9DE6-C4BB-B81B-528A-B8789445C3FE}"/>
          </ac:picMkLst>
        </pc:picChg>
      </pc:sldChg>
      <pc:sldChg chg="addSp delSp modSp mod">
        <pc:chgData name="Abhay Kukreti" userId="b3869063cd85916c" providerId="LiveId" clId="{443BC57E-0D84-457C-B8DB-1DC6722BEBC0}" dt="2026-09-08T17:33:54.459" v="437" actId="1076"/>
        <pc:sldMkLst>
          <pc:docMk/>
          <pc:sldMk cId="2601907186" sldId="303"/>
        </pc:sldMkLst>
        <pc:spChg chg="del">
          <ac:chgData name="Abhay Kukreti" userId="b3869063cd85916c" providerId="LiveId" clId="{443BC57E-0D84-457C-B8DB-1DC6722BEBC0}" dt="2026-09-08T17:32:08.952" v="363" actId="478"/>
          <ac:spMkLst>
            <pc:docMk/>
            <pc:sldMk cId="2601907186" sldId="303"/>
            <ac:spMk id="2" creationId="{EB55001C-8880-8B09-8704-29D3F62E7A03}"/>
          </ac:spMkLst>
        </pc:spChg>
        <pc:picChg chg="del">
          <ac:chgData name="Abhay Kukreti" userId="b3869063cd85916c" providerId="LiveId" clId="{443BC57E-0D84-457C-B8DB-1DC6722BEBC0}" dt="2026-09-08T17:32:04.086" v="362" actId="478"/>
          <ac:picMkLst>
            <pc:docMk/>
            <pc:sldMk cId="2601907186" sldId="303"/>
            <ac:picMk id="4" creationId="{BA6C1B5E-405A-0E58-2397-353A88D82B9B}"/>
          </ac:picMkLst>
        </pc:picChg>
        <pc:picChg chg="add mod">
          <ac:chgData name="Abhay Kukreti" userId="b3869063cd85916c" providerId="LiveId" clId="{443BC57E-0D84-457C-B8DB-1DC6722BEBC0}" dt="2026-09-08T17:33:54.459" v="437" actId="1076"/>
          <ac:picMkLst>
            <pc:docMk/>
            <pc:sldMk cId="2601907186" sldId="303"/>
            <ac:picMk id="5" creationId="{6A76B2F6-9316-A946-F63B-17CB7317C98E}"/>
          </ac:picMkLst>
        </pc:picChg>
      </pc:sldChg>
      <pc:sldChg chg="modSp mod">
        <pc:chgData name="Abhay Kukreti" userId="b3869063cd85916c" providerId="LiveId" clId="{443BC57E-0D84-457C-B8DB-1DC6722BEBC0}" dt="2026-09-08T17:38:22.480" v="450" actId="1036"/>
        <pc:sldMkLst>
          <pc:docMk/>
          <pc:sldMk cId="2325282270" sldId="304"/>
        </pc:sldMkLst>
        <pc:spChg chg="mod">
          <ac:chgData name="Abhay Kukreti" userId="b3869063cd85916c" providerId="LiveId" clId="{443BC57E-0D84-457C-B8DB-1DC6722BEBC0}" dt="2026-09-08T17:38:11.560" v="448" actId="1076"/>
          <ac:spMkLst>
            <pc:docMk/>
            <pc:sldMk cId="2325282270" sldId="304"/>
            <ac:spMk id="2" creationId="{6FA184BA-BCF2-3D7B-30D0-0F3CF30C161B}"/>
          </ac:spMkLst>
        </pc:spChg>
        <pc:spChg chg="mod">
          <ac:chgData name="Abhay Kukreti" userId="b3869063cd85916c" providerId="LiveId" clId="{443BC57E-0D84-457C-B8DB-1DC6722BEBC0}" dt="2026-09-08T17:38:22.480" v="450" actId="1036"/>
          <ac:spMkLst>
            <pc:docMk/>
            <pc:sldMk cId="2325282270" sldId="304"/>
            <ac:spMk id="3" creationId="{ED65F54F-855A-0DB6-09A6-3212C5F7405B}"/>
          </ac:spMkLst>
        </pc:spChg>
      </pc:sldChg>
      <pc:sldChg chg="addSp modSp mod ord">
        <pc:chgData name="Abhay Kukreti" userId="b3869063cd85916c" providerId="LiveId" clId="{443BC57E-0D84-457C-B8DB-1DC6722BEBC0}" dt="2026-09-08T17:43:50.161" v="457" actId="1076"/>
        <pc:sldMkLst>
          <pc:docMk/>
          <pc:sldMk cId="4040412275" sldId="305"/>
        </pc:sldMkLst>
        <pc:spChg chg="add mod">
          <ac:chgData name="Abhay Kukreti" userId="b3869063cd85916c" providerId="LiveId" clId="{443BC57E-0D84-457C-B8DB-1DC6722BEBC0}" dt="2026-09-08T17:43:50.161" v="457" actId="1076"/>
          <ac:spMkLst>
            <pc:docMk/>
            <pc:sldMk cId="4040412275" sldId="305"/>
            <ac:spMk id="2" creationId="{A0915B0E-DDA3-3D02-EB1E-15624B34AAFD}"/>
          </ac:spMkLst>
        </pc:spChg>
        <pc:spChg chg="mod">
          <ac:chgData name="Abhay Kukreti" userId="b3869063cd85916c" providerId="LiveId" clId="{443BC57E-0D84-457C-B8DB-1DC6722BEBC0}" dt="2026-09-08T17:41:15.003" v="452" actId="20577"/>
          <ac:spMkLst>
            <pc:docMk/>
            <pc:sldMk cId="4040412275" sldId="305"/>
            <ac:spMk id="279" creationId="{3711AF54-94A6-B837-31EF-9A8C4ECB9AF6}"/>
          </ac:spMkLst>
        </pc:spChg>
      </pc:sldChg>
      <pc:sldChg chg="delSp modSp mod">
        <pc:chgData name="Abhay Kukreti" userId="b3869063cd85916c" providerId="LiveId" clId="{443BC57E-0D84-457C-B8DB-1DC6722BEBC0}" dt="2026-09-08T17:46:46.055" v="484" actId="255"/>
        <pc:sldMkLst>
          <pc:docMk/>
          <pc:sldMk cId="740028465" sldId="306"/>
        </pc:sldMkLst>
        <pc:spChg chg="mod">
          <ac:chgData name="Abhay Kukreti" userId="b3869063cd85916c" providerId="LiveId" clId="{443BC57E-0D84-457C-B8DB-1DC6722BEBC0}" dt="2026-09-08T17:45:02.409" v="467" actId="255"/>
          <ac:spMkLst>
            <pc:docMk/>
            <pc:sldMk cId="740028465" sldId="306"/>
            <ac:spMk id="278" creationId="{0668C6FD-577A-7288-5642-1AFC22BD04F2}"/>
          </ac:spMkLst>
        </pc:spChg>
        <pc:spChg chg="mod">
          <ac:chgData name="Abhay Kukreti" userId="b3869063cd85916c" providerId="LiveId" clId="{443BC57E-0D84-457C-B8DB-1DC6722BEBC0}" dt="2026-09-08T17:46:46.055" v="484" actId="255"/>
          <ac:spMkLst>
            <pc:docMk/>
            <pc:sldMk cId="740028465" sldId="306"/>
            <ac:spMk id="279" creationId="{EAFA16CB-0A72-5AC5-69A0-ABF4A752B43F}"/>
          </ac:spMkLst>
        </pc:spChg>
        <pc:spChg chg="del mod">
          <ac:chgData name="Abhay Kukreti" userId="b3869063cd85916c" providerId="LiveId" clId="{443BC57E-0D84-457C-B8DB-1DC6722BEBC0}" dt="2026-09-08T17:44:11.360" v="459" actId="478"/>
          <ac:spMkLst>
            <pc:docMk/>
            <pc:sldMk cId="740028465" sldId="306"/>
            <ac:spMk id="282" creationId="{F1C3EBC2-438F-C150-9ABF-F14321C2CC5C}"/>
          </ac:spMkLst>
        </pc:spChg>
      </pc:sldChg>
      <pc:sldChg chg="addSp delSp modSp mod">
        <pc:chgData name="Abhay Kukreti" userId="b3869063cd85916c" providerId="LiveId" clId="{443BC57E-0D84-457C-B8DB-1DC6722BEBC0}" dt="2026-09-08T07:48:49.515" v="113" actId="14100"/>
        <pc:sldMkLst>
          <pc:docMk/>
          <pc:sldMk cId="2833482715" sldId="307"/>
        </pc:sldMkLst>
        <pc:grpChg chg="del">
          <ac:chgData name="Abhay Kukreti" userId="b3869063cd85916c" providerId="LiveId" clId="{443BC57E-0D84-457C-B8DB-1DC6722BEBC0}" dt="2026-09-08T07:46:33.370" v="107" actId="478"/>
          <ac:grpSpMkLst>
            <pc:docMk/>
            <pc:sldMk cId="2833482715" sldId="307"/>
            <ac:grpSpMk id="8" creationId="{F8E1A664-937F-0995-A503-E9C101158D8C}"/>
          </ac:grpSpMkLst>
        </pc:grpChg>
        <pc:picChg chg="add mod">
          <ac:chgData name="Abhay Kukreti" userId="b3869063cd85916c" providerId="LiveId" clId="{443BC57E-0D84-457C-B8DB-1DC6722BEBC0}" dt="2026-09-08T07:48:49.515" v="113" actId="14100"/>
          <ac:picMkLst>
            <pc:docMk/>
            <pc:sldMk cId="2833482715" sldId="307"/>
            <ac:picMk id="4" creationId="{69689365-B5D4-9F0B-7B27-6FD007544854}"/>
          </ac:picMkLst>
        </pc:picChg>
      </pc:sldChg>
      <pc:sldChg chg="addSp delSp modSp mod">
        <pc:chgData name="Abhay Kukreti" userId="b3869063cd85916c" providerId="LiveId" clId="{443BC57E-0D84-457C-B8DB-1DC6722BEBC0}" dt="2026-09-08T07:49:21.159" v="119" actId="14100"/>
        <pc:sldMkLst>
          <pc:docMk/>
          <pc:sldMk cId="4175177701" sldId="308"/>
        </pc:sldMkLst>
        <pc:picChg chg="add mod">
          <ac:chgData name="Abhay Kukreti" userId="b3869063cd85916c" providerId="LiveId" clId="{443BC57E-0D84-457C-B8DB-1DC6722BEBC0}" dt="2026-09-08T07:49:21.159" v="119" actId="14100"/>
          <ac:picMkLst>
            <pc:docMk/>
            <pc:sldMk cId="4175177701" sldId="308"/>
            <ac:picMk id="3" creationId="{9409D8B5-9F8D-DF0D-A16D-EDCFEB1EDD53}"/>
          </ac:picMkLst>
        </pc:picChg>
        <pc:picChg chg="del">
          <ac:chgData name="Abhay Kukreti" userId="b3869063cd85916c" providerId="LiveId" clId="{443BC57E-0D84-457C-B8DB-1DC6722BEBC0}" dt="2026-09-08T07:48:57.360" v="114" actId="478"/>
          <ac:picMkLst>
            <pc:docMk/>
            <pc:sldMk cId="4175177701" sldId="308"/>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954838" y="100533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5153158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 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sz="2000" dirty="0"/>
                    </a:p>
                    <a:p>
                      <a:pPr marL="0" marR="0" lvl="0" indent="0" algn="l" rtl="0">
                        <a:spcBef>
                          <a:spcPts val="0"/>
                        </a:spcBef>
                        <a:spcAft>
                          <a:spcPts val="0"/>
                        </a:spcAft>
                        <a:buNone/>
                      </a:pPr>
                      <a:r>
                        <a:rPr lang="en-IN" sz="2000" dirty="0"/>
                        <a:t>  ASHISH KUMAR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2000" dirty="0"/>
                        <a:t>ashishku754499@gmail.com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2000" dirty="0"/>
                        <a:t>8210344700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Health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285135" y="551965"/>
            <a:ext cx="1182820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b="1" dirty="0"/>
              <a:t>Nutrition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E657A49F-7F94-F8ED-F02A-693FCA06D6F9}"/>
              </a:ext>
            </a:extLst>
          </p:cNvPr>
          <p:cNvPicPr>
            <a:picLocks noChangeAspect="1"/>
          </p:cNvPicPr>
          <p:nvPr/>
        </p:nvPicPr>
        <p:blipFill>
          <a:blip r:embed="rId3"/>
          <a:stretch>
            <a:fillRect/>
          </a:stretch>
        </p:blipFill>
        <p:spPr>
          <a:xfrm>
            <a:off x="4027714" y="3558473"/>
            <a:ext cx="1217386" cy="1212517"/>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382286"/>
            <a:ext cx="10607040" cy="4278094"/>
          </a:xfrm>
          <a:prstGeom prst="rect">
            <a:avLst/>
          </a:prstGeom>
          <a:noFill/>
        </p:spPr>
        <p:txBody>
          <a:bodyPr wrap="square" rtlCol="0">
            <a:spAutoFit/>
          </a:bodyPr>
          <a:lstStyle/>
          <a:p>
            <a:pPr fontAlgn="base"/>
            <a:r>
              <a:rPr lang="en-IN" sz="1600" b="1" dirty="0"/>
              <a:t>Problem Statement No.8- </a:t>
            </a:r>
            <a:r>
              <a:rPr lang="en-IN" sz="1600" dirty="0"/>
              <a:t>Nutrition Agent </a:t>
            </a:r>
          </a:p>
          <a:p>
            <a:pPr fontAlgn="base"/>
            <a:r>
              <a:rPr lang="en-IN" sz="1600" dirty="0"/>
              <a:t>The Challenge - In an era where health awareness is growing, individuals increasingly seek personalized nutrition guidance. However, most existing tools provide generic diet plans, lack real-time adaptability, and fail to consider a person's holistic lifestyle, cultural preferences, allergies, and evolving health conditions. Furthermore, dieticians and nutritionists face limitations in scaling personalized consultations due to time and resource constraints. Generative AI presents a groundbreaking opportunity to revolutionize this space by enabling an intelligent, interactive, and adaptive virtual nutrition assistant. By leveraging natural language processing (NLP), multimodal understanding, and large-scale dietary databases, an AI-powered assistant can generate dynamic meal plans, recommend smart food swaps, and explain nutritional choices—all tailored to the individual. This project aims to develop “The Smartest AI Nutrition Assistant” using state-of-the-art generative AI models that: • Understand user inputs via text, voice, or image (e.g., food photos, grocery labels) • Generate personalized meal plans based on health goals, medical conditions, fitness routines, and preferences • Offer contextual explanations (e.g., “Why is this food better?”) • Adapt suggestions dynamically with continuous feedback By integrating health data, food databases, and LLM-powered reasoning, the solution will bridge the gap between one-size-fits-all diet apps and in-person nutrition counselling—delivering an AI that thinks, learns, and cares like a real nutrition expert. </a:t>
            </a:r>
          </a:p>
          <a:p>
            <a:pPr fontAlgn="base"/>
            <a:endParaRPr lang="en-IN" sz="1600" dirty="0"/>
          </a:p>
          <a:p>
            <a:pPr fontAlgn="base"/>
            <a:r>
              <a:rPr lang="en-IN" sz="1600" dirty="0"/>
              <a:t>Technology - Use of IBM cloud lite services /IBM Granity is mandatory.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381000" y="838200"/>
            <a:ext cx="10802112" cy="3970318"/>
          </a:xfrm>
          <a:prstGeom prst="rect">
            <a:avLst/>
          </a:prstGeom>
          <a:noFill/>
        </p:spPr>
        <p:txBody>
          <a:bodyPr wrap="square" rtlCol="0">
            <a:spAutoFit/>
          </a:bodyPr>
          <a:lstStyle/>
          <a:p>
            <a:br>
              <a:rPr lang="en-IN" sz="1800" dirty="0"/>
            </a:br>
            <a:r>
              <a:rPr lang="en-IN" sz="1800" dirty="0"/>
              <a:t>A RAG-powered AI nutrition assistant that delivers trusted, personalized, and explainable dietary guidance — tailored to each person's health goals, conditions, and preferences.</a:t>
            </a:r>
          </a:p>
          <a:p>
            <a:r>
              <a:rPr lang="en-IN" sz="1800" dirty="0"/>
              <a:t>Key Solution:</a:t>
            </a:r>
          </a:p>
          <a:p>
            <a:pPr lvl="0"/>
            <a:r>
              <a:rPr lang="en-IN" sz="1800" dirty="0"/>
              <a:t>IBM Granite-powered AI agent for intelligent nutrition assistance</a:t>
            </a:r>
          </a:p>
          <a:p>
            <a:pPr lvl="0"/>
            <a:r>
              <a:rPr lang="en-IN" sz="1800" dirty="0"/>
              <a:t>RAG-based knowledge retrieval grounds every answer in trusted dietary data</a:t>
            </a:r>
          </a:p>
          <a:p>
            <a:pPr lvl="0"/>
            <a:r>
              <a:rPr lang="en-IN" sz="1800" dirty="0"/>
              <a:t>Understands text, voice, food photos &amp; grocery labels</a:t>
            </a:r>
          </a:p>
          <a:p>
            <a:pPr lvl="0"/>
            <a:r>
              <a:rPr lang="en-IN" sz="1800" dirty="0"/>
              <a:t>Personalizes to health goals, medical conditions, allergies &amp; culture</a:t>
            </a:r>
          </a:p>
          <a:p>
            <a:pPr lvl="0"/>
            <a:r>
              <a:rPr lang="en-IN" sz="1800" dirty="0"/>
              <a:t>Recommends smart food swaps with clear, contextual explanations</a:t>
            </a:r>
          </a:p>
          <a:p>
            <a:pPr lvl="0"/>
            <a:r>
              <a:rPr lang="en-IN" sz="1800" dirty="0"/>
              <a:t>Generates dynamic, adaptive meal plans — not static templates</a:t>
            </a:r>
          </a:p>
          <a:p>
            <a:pPr lvl="0"/>
            <a:r>
              <a:rPr lang="en-IN" sz="1800" dirty="0"/>
              <a:t>Learns and improves continuously from user feedback</a:t>
            </a:r>
          </a:p>
          <a:p>
            <a:pPr lvl="0"/>
            <a:r>
              <a:rPr lang="en-IN" sz="1800" dirty="0"/>
              <a:t>Cites sources and flags cautions to build trust and reliability</a:t>
            </a:r>
          </a:p>
          <a:p>
            <a:r>
              <a:rPr lang="en-IN" sz="1800" dirty="0"/>
              <a:t>Expected Impact: Better Decisions → Healthier Choices → Improved Wellbeing → Reduced Dietician Load</a:t>
            </a:r>
          </a:p>
        </p:txBody>
      </p:sp>
      <p:sp>
        <p:nvSpPr>
          <p:cNvPr id="3" name="TextBox 2">
            <a:extLst>
              <a:ext uri="{FF2B5EF4-FFF2-40B4-BE49-F238E27FC236}">
                <a16:creationId xmlns:a16="http://schemas.microsoft.com/office/drawing/2014/main" id="{527F30CC-07EF-8FCC-DA00-C9212F5DAECE}"/>
              </a:ext>
            </a:extLst>
          </p:cNvPr>
          <p:cNvSpPr txBox="1"/>
          <p:nvPr/>
        </p:nvSpPr>
        <p:spPr>
          <a:xfrm>
            <a:off x="644898" y="22230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C4C0A4EA-C9A1-25D4-39ED-A125D6FD1CE4}"/>
              </a:ext>
            </a:extLst>
          </p:cNvPr>
          <p:cNvPicPr>
            <a:picLocks noChangeAspect="1"/>
          </p:cNvPicPr>
          <p:nvPr/>
        </p:nvPicPr>
        <p:blipFill>
          <a:blip r:embed="rId3"/>
          <a:stretch>
            <a:fillRect/>
          </a:stretch>
        </p:blipFill>
        <p:spPr>
          <a:xfrm>
            <a:off x="206072" y="15699"/>
            <a:ext cx="11779855" cy="6826601"/>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E37E5FB-1717-4CB1-817B-BB8E22D5CEF5}"/>
              </a:ext>
            </a:extLst>
          </p:cNvPr>
          <p:cNvPicPr>
            <a:picLocks noChangeAspect="1"/>
          </p:cNvPicPr>
          <p:nvPr/>
        </p:nvPicPr>
        <p:blipFill>
          <a:blip r:embed="rId3"/>
          <a:stretch>
            <a:fillRect/>
          </a:stretch>
        </p:blipFill>
        <p:spPr>
          <a:xfrm>
            <a:off x="47314" y="6174"/>
            <a:ext cx="12097372" cy="684565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A7EB0B-B6EE-8782-33A5-3DB3A10BC303}"/>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19C5C590-54B2-89B3-F480-F8810AE2351D}"/>
              </a:ext>
            </a:extLst>
          </p:cNvPr>
          <p:cNvPicPr>
            <a:picLocks noChangeAspect="1"/>
          </p:cNvPicPr>
          <p:nvPr/>
        </p:nvPicPr>
        <p:blipFill>
          <a:blip r:embed="rId3"/>
          <a:srcRect l="1302" t="8939" r="1996" b="2092"/>
          <a:stretch>
            <a:fillRect/>
          </a:stretch>
        </p:blipFill>
        <p:spPr>
          <a:xfrm>
            <a:off x="635561" y="792463"/>
            <a:ext cx="10391668" cy="468085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621792" y="234303"/>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819078"/>
            <a:ext cx="7406640" cy="5078313"/>
          </a:xfrm>
          <a:prstGeom prst="rect">
            <a:avLst/>
          </a:prstGeom>
          <a:noFill/>
        </p:spPr>
        <p:txBody>
          <a:bodyPr wrap="square" rtlCol="0">
            <a:spAutoFit/>
          </a:bodyPr>
          <a:lstStyle/>
          <a:p>
            <a:r>
              <a:rPr lang="en-IN" sz="1800" dirty="0"/>
              <a:t>Intro: Agentic AI enables the Nutrition Assistant to function as an intelligent, autonomous system rather than a simple chatbot. Using IBM watsonx.ai and IBM Granite models, it coordinates multiple specialized agents to deliver personalized nutrition guidance.</a:t>
            </a:r>
          </a:p>
          <a:p>
            <a:pPr lvl="0"/>
            <a:r>
              <a:rPr lang="en-IN" sz="1800" dirty="0"/>
              <a:t>Understands User Queries — Interprets diet &amp; health questions across text, voice, and images.</a:t>
            </a:r>
          </a:p>
          <a:p>
            <a:pPr lvl="0"/>
            <a:r>
              <a:rPr lang="en-IN" sz="1800" dirty="0"/>
              <a:t>Retrieves Relevant Knowledge — Uses RAG + a vector database to find trusted nutrition, food-composition &amp; dietary-guideline data.</a:t>
            </a:r>
          </a:p>
          <a:p>
            <a:pPr lvl="0"/>
            <a:r>
              <a:rPr lang="en-IN" sz="1800" dirty="0"/>
              <a:t>Reasons &amp; Generates Advice — IBM Granite </a:t>
            </a:r>
            <a:r>
              <a:rPr lang="en-IN" sz="1800" dirty="0" err="1"/>
              <a:t>analyzes</a:t>
            </a:r>
            <a:r>
              <a:rPr lang="en-IN" sz="1800" dirty="0"/>
              <a:t> the retrieved context to produce a practical, easy-to-follow recommendation.</a:t>
            </a:r>
          </a:p>
          <a:p>
            <a:pPr lvl="0"/>
            <a:r>
              <a:rPr lang="en-IN" sz="1800" dirty="0"/>
              <a:t>Provides Actionable Guidance — Converts information into concrete meal plans and food swaps, not just facts.</a:t>
            </a:r>
          </a:p>
          <a:p>
            <a:pPr lvl="0"/>
            <a:r>
              <a:rPr lang="en-IN" sz="1800" dirty="0"/>
              <a:t>Ensures Safe &amp; Reliable Responses — Flags allergens and medical cautions, cites sources, avoids unsafe dietary advice.</a:t>
            </a:r>
          </a:p>
          <a:p>
            <a:pPr lvl="0"/>
            <a:r>
              <a:rPr lang="en-IN" sz="1800" dirty="0"/>
              <a:t>Personalizes Decision Support — Uses goals, conditions, allergies, culture &amp; feedback history to tailor every response.</a:t>
            </a:r>
          </a:p>
          <a:p>
            <a:r>
              <a:rPr lang="en-IN" sz="1800" dirty="0"/>
              <a:t>Outcome: User Query → AI Reasoning → Verified Nutrition Knowledge → Personalized &amp; Safe Guidance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3FCFCD26-3194-A2F2-4AAF-98F37528DF39}"/>
              </a:ext>
            </a:extLst>
          </p:cNvPr>
          <p:cNvPicPr>
            <a:picLocks noChangeAspect="1"/>
          </p:cNvPicPr>
          <p:nvPr/>
        </p:nvPicPr>
        <p:blipFill>
          <a:blip r:embed="rId3"/>
          <a:srcRect t="9808" b="4943"/>
          <a:stretch>
            <a:fillRect/>
          </a:stretch>
        </p:blipFill>
        <p:spPr>
          <a:xfrm>
            <a:off x="1" y="2797628"/>
            <a:ext cx="4603702" cy="2743201"/>
          </a:xfrm>
          <a:prstGeom prst="rect">
            <a:avLst/>
          </a:prstGeom>
        </p:spPr>
      </p:pic>
      <p:pic>
        <p:nvPicPr>
          <p:cNvPr id="6" name="Picture 5">
            <a:extLst>
              <a:ext uri="{FF2B5EF4-FFF2-40B4-BE49-F238E27FC236}">
                <a16:creationId xmlns:a16="http://schemas.microsoft.com/office/drawing/2014/main" id="{B67CA971-BDD9-2821-31D5-38AF4AD56D96}"/>
              </a:ext>
            </a:extLst>
          </p:cNvPr>
          <p:cNvPicPr>
            <a:picLocks noChangeAspect="1"/>
          </p:cNvPicPr>
          <p:nvPr/>
        </p:nvPicPr>
        <p:blipFill>
          <a:blip r:embed="rId4"/>
          <a:srcRect l="1934" t="16417" r="1548" b="6622"/>
          <a:stretch>
            <a:fillRect/>
          </a:stretch>
        </p:blipFill>
        <p:spPr>
          <a:xfrm>
            <a:off x="4603703" y="2950029"/>
            <a:ext cx="7468553" cy="3312536"/>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D7EE906-C621-B322-5A15-8AC99ADE8F50}"/>
              </a:ext>
            </a:extLst>
          </p:cNvPr>
          <p:cNvPicPr>
            <a:picLocks noChangeAspect="1"/>
          </p:cNvPicPr>
          <p:nvPr/>
        </p:nvPicPr>
        <p:blipFill>
          <a:blip r:embed="rId3"/>
          <a:stretch>
            <a:fillRect/>
          </a:stretch>
        </p:blipFill>
        <p:spPr>
          <a:xfrm>
            <a:off x="6037" y="247486"/>
            <a:ext cx="12179926" cy="636302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7E0320B5-327A-DB01-640B-2E8C5CCB9E43}"/>
              </a:ext>
            </a:extLst>
          </p:cNvPr>
          <p:cNvPicPr>
            <a:picLocks noChangeAspect="1"/>
          </p:cNvPicPr>
          <p:nvPr/>
        </p:nvPicPr>
        <p:blipFill>
          <a:blip r:embed="rId3"/>
          <a:stretch>
            <a:fillRect/>
          </a:stretch>
        </p:blipFill>
        <p:spPr>
          <a:xfrm>
            <a:off x="6037" y="342741"/>
            <a:ext cx="12179926" cy="617251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2164856-EC0E-5A72-CFFC-AA154CDB55FC}"/>
              </a:ext>
            </a:extLst>
          </p:cNvPr>
          <p:cNvPicPr>
            <a:picLocks noChangeAspect="1"/>
          </p:cNvPicPr>
          <p:nvPr/>
        </p:nvPicPr>
        <p:blipFill>
          <a:blip r:embed="rId3"/>
          <a:stretch>
            <a:fillRect/>
          </a:stretch>
        </p:blipFill>
        <p:spPr>
          <a:xfrm>
            <a:off x="123518" y="244311"/>
            <a:ext cx="11944964" cy="6369377"/>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70763" y="140503"/>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70763" y="879574"/>
            <a:ext cx="11301984" cy="5016758"/>
          </a:xfrm>
          <a:prstGeom prst="rect">
            <a:avLst/>
          </a:prstGeom>
          <a:noFill/>
        </p:spPr>
        <p:txBody>
          <a:bodyPr wrap="square" rtlCol="0">
            <a:spAutoFit/>
          </a:bodyPr>
          <a:lstStyle/>
          <a:p>
            <a:pPr algn="just"/>
            <a:r>
              <a:rPr lang="en-IN" sz="2000" dirty="0"/>
              <a:t>The Smartest AI Nutrition Assistant stands out by combining Agentic AI, RAG, and holistic personalization into one adaptive nutrition companion.</a:t>
            </a:r>
          </a:p>
          <a:p>
            <a:pPr lvl="0" algn="just"/>
            <a:r>
              <a:rPr lang="en-IN" sz="2000" dirty="0"/>
              <a:t>RAG-Grounded Accuracy — Retrieves trusted, curated nutrition &amp; food-composition data before generating any advice.</a:t>
            </a:r>
          </a:p>
          <a:p>
            <a:pPr lvl="0" algn="just"/>
            <a:r>
              <a:rPr lang="en-IN" sz="2000" dirty="0"/>
              <a:t>Truly Multimodal — Understands text, voice, food photos, and grocery/label images, not text-only input.</a:t>
            </a:r>
          </a:p>
          <a:p>
            <a:pPr lvl="0" algn="just"/>
            <a:r>
              <a:rPr lang="en-IN" sz="2000" dirty="0"/>
              <a:t>Holistic Personalization — Accounts for health goals, medical conditions, allergies, and cultural preferences, not just calories.</a:t>
            </a:r>
          </a:p>
          <a:p>
            <a:pPr lvl="0" algn="just"/>
            <a:r>
              <a:rPr lang="en-IN" sz="2000" dirty="0"/>
              <a:t>Actionable &amp; Explainable — Every recommendation comes with a clear "why," not just a plan to follow blindly.</a:t>
            </a:r>
          </a:p>
          <a:p>
            <a:pPr lvl="0" algn="just"/>
            <a:r>
              <a:rPr lang="en-IN" sz="2000" dirty="0"/>
              <a:t>Continuously Adaptive — Learns from user feedback, refining suggestions over time instead of staying static.</a:t>
            </a:r>
          </a:p>
          <a:p>
            <a:pPr lvl="0" algn="just"/>
            <a:r>
              <a:rPr lang="en-IN" sz="2000" dirty="0"/>
              <a:t>IBM Granite + watsonx.ai — Enterprise-grade generative reasoning with governance, paired with a lightweight RAG layer.</a:t>
            </a:r>
          </a:p>
          <a:p>
            <a:pPr algn="just"/>
            <a:r>
              <a:rPr lang="en-IN" sz="2000" dirty="0"/>
              <a:t>Key Differentiator: It turns generic dietary information into personalized, explainable, and continuously adaptive guidance — not a one-size-fits-all diet app.</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0915B0E-DDA3-3D02-EB1E-15624B34AAFD}"/>
              </a:ext>
            </a:extLst>
          </p:cNvPr>
          <p:cNvSpPr txBox="1"/>
          <p:nvPr/>
        </p:nvSpPr>
        <p:spPr>
          <a:xfrm>
            <a:off x="1202950" y="1393946"/>
            <a:ext cx="8278228" cy="523220"/>
          </a:xfrm>
          <a:prstGeom prst="rect">
            <a:avLst/>
          </a:prstGeom>
          <a:noFill/>
        </p:spPr>
        <p:txBody>
          <a:bodyPr wrap="none" rtlCol="0">
            <a:spAutoFit/>
          </a:bodyPr>
          <a:lstStyle/>
          <a:p>
            <a:r>
              <a:rPr lang="en-IN" sz="2800" dirty="0"/>
              <a:t>https://github.com/ASHISH-8210/Nurtriation_Agent</a:t>
            </a: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002415" y="1804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110570" y="1054567"/>
            <a:ext cx="9214580" cy="4277001"/>
          </a:xfrm>
          <a:prstGeom prst="rect">
            <a:avLst/>
          </a:prstGeom>
          <a:noFill/>
          <a:ln>
            <a:noFill/>
          </a:ln>
        </p:spPr>
        <p:txBody>
          <a:bodyPr spcFirstLastPara="1" wrap="square" lIns="0" tIns="0" rIns="0" bIns="0" anchor="t" anchorCtr="0">
            <a:noAutofit/>
          </a:bodyPr>
          <a:lstStyle/>
          <a:p>
            <a:pPr lvl="0" algn="just"/>
            <a:r>
              <a:rPr lang="en-IN" sz="2400" dirty="0"/>
              <a:t>Real-Time Health Data Integration — Connect wearables and lab reports for dynamic, biometric-aware recommendations.</a:t>
            </a:r>
          </a:p>
          <a:p>
            <a:pPr lvl="0" algn="just"/>
            <a:r>
              <a:rPr lang="en-IN" sz="2400" dirty="0"/>
              <a:t>Voice &amp; Multilingual Support — Natural voice interaction across more languages for wider accessibility.</a:t>
            </a:r>
          </a:p>
          <a:p>
            <a:pPr lvl="0" algn="just"/>
            <a:r>
              <a:rPr lang="en-IN" sz="2400" dirty="0"/>
              <a:t>Advanced Food &amp; Label Vision — Deeper computer vision for portion estimation and packaged-food label parsing.</a:t>
            </a:r>
          </a:p>
          <a:p>
            <a:pPr lvl="0" algn="just"/>
            <a:r>
              <a:rPr lang="en-IN" sz="2400" dirty="0"/>
              <a:t>Deeper Personalization Engine — Incorporate long-term progress tracking and richer health-history signals.</a:t>
            </a:r>
          </a:p>
          <a:p>
            <a:pPr lvl="0" algn="just"/>
            <a:r>
              <a:rPr lang="en-IN" sz="2400" dirty="0"/>
              <a:t>Mobile &amp; Low-Connectivity Access — A lightweight mobile / WhatsApp interface with offline-friendly capability.</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5" name="Picture 4">
            <a:extLst>
              <a:ext uri="{FF2B5EF4-FFF2-40B4-BE49-F238E27FC236}">
                <a16:creationId xmlns:a16="http://schemas.microsoft.com/office/drawing/2014/main" id="{313DFA2A-1E5B-C311-0EAB-6312697B9649}"/>
              </a:ext>
            </a:extLst>
          </p:cNvPr>
          <p:cNvPicPr>
            <a:picLocks noChangeAspect="1"/>
          </p:cNvPicPr>
          <p:nvPr/>
        </p:nvPicPr>
        <p:blipFill>
          <a:blip r:embed="rId2"/>
          <a:stretch>
            <a:fillRect/>
          </a:stretch>
        </p:blipFill>
        <p:spPr>
          <a:xfrm>
            <a:off x="968829" y="1367169"/>
            <a:ext cx="9339942" cy="528345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4" name="Picture 3">
            <a:extLst>
              <a:ext uri="{FF2B5EF4-FFF2-40B4-BE49-F238E27FC236}">
                <a16:creationId xmlns:a16="http://schemas.microsoft.com/office/drawing/2014/main" id="{F1E36C11-EED3-A42C-183E-DAD9575FDA9D}"/>
              </a:ext>
            </a:extLst>
          </p:cNvPr>
          <p:cNvPicPr>
            <a:picLocks noChangeAspect="1"/>
          </p:cNvPicPr>
          <p:nvPr/>
        </p:nvPicPr>
        <p:blipFill>
          <a:blip r:embed="rId2"/>
          <a:stretch>
            <a:fillRect/>
          </a:stretch>
        </p:blipFill>
        <p:spPr>
          <a:xfrm>
            <a:off x="927073" y="1225437"/>
            <a:ext cx="8610804" cy="5512820"/>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1358</TotalTime>
  <Words>1126</Words>
  <Application>Microsoft Office PowerPoint</Application>
  <PresentationFormat>Widescreen</PresentationFormat>
  <Paragraphs>106</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ASHISH KUMAR</cp:lastModifiedBy>
  <cp:revision>6</cp:revision>
  <dcterms:created xsi:type="dcterms:W3CDTF">2025-07-08T05:06:56Z</dcterms:created>
  <dcterms:modified xsi:type="dcterms:W3CDTF">2026-09-11T20:38:06Z</dcterms:modified>
</cp:coreProperties>
</file>